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833"/>
              </a:gs>
              <a:gs pos="100000">
                <a:srgbClr val="3498D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智云科技有限公司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人工智能研发部 - 2026年3月第一周工作周报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报告日期: 2026-03-08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C2833"/>
                </a:solidFill>
              </a:defRPr>
            </a:pPr>
            <a:r>
              <a:t>📊 本周概览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代码提交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74320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5544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Bug 修复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74320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功能完成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74320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5544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87.5%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测试覆盖率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🏆 关键成果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🎉 推理性能提升 15%，达到业界领先水平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🏆 获得 3 项技术专利申请受理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C2833"/>
                </a:solidFill>
              </a:defRPr>
            </a:pPr>
            <a:r>
              <a:t>👥 团队成员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18288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554480"/>
            <a:ext cx="914400" cy="9144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C2833"/>
                </a:solidFill>
              </a:defRPr>
            </a:pPr>
            <a:r>
              <a:t>张明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技术总监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743200" cy="18288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1554480"/>
            <a:ext cx="914400" cy="9144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60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C2833"/>
                </a:solidFill>
              </a:defRPr>
            </a:pPr>
            <a:r>
              <a:t>李华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高级工程师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743200" cy="18288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554480"/>
            <a:ext cx="914400" cy="9144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6916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60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C2833"/>
                </a:solidFill>
              </a:defRPr>
            </a:pPr>
            <a:r>
              <a:t>王芳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80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算法工程师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743200" cy="1828800"/>
          </a:xfrm>
          <a:prstGeom prst="roundRect">
            <a:avLst/>
          </a:prstGeom>
          <a:solidFill>
            <a:srgbClr val="F4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0" y="1554480"/>
            <a:ext cx="914400" cy="9144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16916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560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C2833"/>
                </a:solidFill>
              </a:defRPr>
            </a:pPr>
            <a:r>
              <a:t>赵强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80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前端工程师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C2833"/>
                </a:solidFill>
              </a:defRPr>
            </a:pPr>
            <a:r>
              <a:t>✅ 本周完成事项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914400"/>
          </a:xfrm>
          <a:prstGeom prst="roundRect">
            <a:avLst/>
          </a:prstGeom>
          <a:solidFill>
            <a:srgbClr val="F4F6F6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833"/>
                </a:solidFill>
              </a:defRPr>
            </a:pPr>
            <a:r>
              <a:t>完成 Mini-Agent 2.0 核心架构设计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2ECC71"/>
                </a:solidFill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负责人: 张明  |  优先级: 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0972800" cy="914400"/>
          </a:xfrm>
          <a:prstGeom prst="roundRect">
            <a:avLst/>
          </a:prstGeom>
          <a:solidFill>
            <a:srgbClr val="F4F6F6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833"/>
                </a:solidFill>
              </a:defRPr>
            </a:pPr>
            <a:r>
              <a:t>优化大模型推理性能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3774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2ECC71"/>
                </a:solidFill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负责人: 王芳  |  优先级: 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10972800" cy="914400"/>
          </a:xfrm>
          <a:prstGeom prst="roundRect">
            <a:avLst/>
          </a:prstGeom>
          <a:solidFill>
            <a:srgbClr val="F4F6F6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833"/>
                </a:solidFill>
              </a:defRPr>
            </a:pPr>
            <a:r>
              <a:t>实现多轮对话记忆系统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4747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2ECC71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负责人: 李华  |  优先级: 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59"/>
            <a:ext cx="10972800" cy="914400"/>
          </a:xfrm>
          <a:prstGeom prst="roundRect">
            <a:avLst/>
          </a:prstGeom>
          <a:solidFill>
            <a:srgbClr val="F4F6F6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199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833"/>
                </a:solidFill>
              </a:defRPr>
            </a:pPr>
            <a:r>
              <a:t>完成用户界面重构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57199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2ECC71"/>
                </a:solidFill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7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负责人: 赵强  |  优先级: 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77840"/>
            <a:ext cx="10972800" cy="914400"/>
          </a:xfrm>
          <a:prstGeom prst="roundRect">
            <a:avLst/>
          </a:prstGeom>
          <a:solidFill>
            <a:srgbClr val="F4F6F6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833"/>
                </a:solidFill>
              </a:defRPr>
            </a:pPr>
            <a:r>
              <a:t>编写 API 文档和测试用例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6692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2ECC71"/>
                </a:solidFill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负责人: 李华  |  优先级: 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C2833"/>
                </a:solidFill>
              </a:defRPr>
            </a:pPr>
            <a:r>
              <a:t>📅 下周计划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1097280"/>
          </a:xfrm>
          <a:prstGeom prst="roundRect">
            <a:avLst/>
          </a:prstGeom>
          <a:solidFill>
            <a:srgbClr val="F4F6F6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833"/>
                </a:solidFill>
              </a:defRPr>
            </a:pPr>
            <a:r>
              <a:t>1. 完成知识库系统集成测试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498DB"/>
                </a:solidFill>
              </a:defRPr>
            </a:pPr>
            <a:r>
              <a:t>📅 2026-03-12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负责人: 王芳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1097280"/>
          </a:xfrm>
          <a:prstGeom prst="roundRect">
            <a:avLst/>
          </a:prstGeom>
          <a:solidFill>
            <a:srgbClr val="F4F6F6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833"/>
                </a:solidFill>
              </a:defRPr>
            </a:pPr>
            <a:r>
              <a:t>2. 发布 Mini-Agent 2.0 Beta 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651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498DB"/>
                </a:solidFill>
              </a:defRPr>
            </a:pPr>
            <a:r>
              <a:t>📅 2026-03-14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负责人: 张明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10972800" cy="1097280"/>
          </a:xfrm>
          <a:prstGeom prst="roundRect">
            <a:avLst/>
          </a:prstGeom>
          <a:solidFill>
            <a:srgbClr val="F4F6F6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1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833"/>
                </a:solidFill>
              </a:defRPr>
            </a:pPr>
            <a:r>
              <a:t>3. 开展用户培训和文档编写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93191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498DB"/>
                </a:solidFill>
              </a:defRPr>
            </a:pPr>
            <a:r>
              <a:t>📅 2026-03-15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负责人: 李华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199"/>
            <a:ext cx="10972800" cy="1097280"/>
          </a:xfrm>
          <a:prstGeom prst="roundRect">
            <a:avLst/>
          </a:prstGeom>
          <a:solidFill>
            <a:srgbClr val="F4F6F6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2120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833"/>
                </a:solidFill>
              </a:defRPr>
            </a:pPr>
            <a:r>
              <a:t>4. 性能压测和优化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21207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3498DB"/>
                </a:solidFill>
              </a:defRPr>
            </a:pPr>
            <a:r>
              <a:t>📅 2026-03-15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负责人: 全体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C2833"/>
              </a:gs>
              <a:gs pos="100000">
                <a:srgbClr val="3498D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智云科技有限公司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本报告由 Mini-Agent 自动生成 | 2026-03-08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